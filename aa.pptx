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19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8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9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31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29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73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233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044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455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462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97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8E46F-F581-4D40-8882-8A6A39A24972}" type="datetimeFigureOut">
              <a:rPr lang="ko-KR" altLang="en-US" smtClean="0"/>
              <a:t>2018-06-30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665BE-539D-4646-91CB-A2EF3DB66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54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399" y="1140643"/>
            <a:ext cx="108691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Word2vec : </a:t>
            </a:r>
            <a:r>
              <a:rPr lang="ko-KR" altLang="en-US" dirty="0" err="1" smtClean="0"/>
              <a:t>임베딩한</a:t>
            </a:r>
            <a:r>
              <a:rPr lang="ko-KR" altLang="en-US" dirty="0" smtClean="0"/>
              <a:t> 벡터들이 </a:t>
            </a:r>
            <a:r>
              <a:rPr lang="en-US" altLang="ko-KR" dirty="0" smtClean="0"/>
              <a:t>word2vec</a:t>
            </a:r>
            <a:r>
              <a:rPr lang="ko-KR" altLang="en-US" dirty="0" smtClean="0"/>
              <a:t>을 통해 탄생한다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 err="1" smtClean="0"/>
              <a:t>Cbow</a:t>
            </a:r>
            <a:r>
              <a:rPr lang="en-US" altLang="ko-KR" dirty="0"/>
              <a:t>:</a:t>
            </a:r>
            <a:r>
              <a:rPr lang="ko-KR" altLang="en-US" dirty="0" smtClean="0"/>
              <a:t> 주변 연속적인 단어로 의미 있는 대표 단어를 색출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Skip-gram :</a:t>
            </a:r>
            <a:r>
              <a:rPr lang="ko-KR" altLang="en-US" dirty="0" smtClean="0"/>
              <a:t>의미 있는 단어로 주변 단어 색출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 방법이 조금 더 좋음</a:t>
            </a:r>
            <a:r>
              <a:rPr lang="en-US" altLang="ko-KR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Word2vec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softmax</a:t>
            </a:r>
            <a:r>
              <a:rPr lang="en-US" altLang="ko-KR" dirty="0" smtClean="0"/>
              <a:t>(0~1</a:t>
            </a:r>
            <a:r>
              <a:rPr lang="ko-KR" altLang="en-US" dirty="0" smtClean="0"/>
              <a:t>사이</a:t>
            </a:r>
            <a:r>
              <a:rPr lang="en-US" altLang="ko-KR" dirty="0" smtClean="0"/>
              <a:t>)</a:t>
            </a:r>
            <a:r>
              <a:rPr lang="ko-KR" altLang="en-US" dirty="0" smtClean="0"/>
              <a:t> 함수를 사용하며 많은 </a:t>
            </a:r>
            <a:r>
              <a:rPr lang="en-US" altLang="ko-KR" dirty="0" err="1" smtClean="0"/>
              <a:t>copora</a:t>
            </a:r>
            <a:r>
              <a:rPr lang="ko-KR" altLang="en-US" dirty="0" smtClean="0"/>
              <a:t>와 많은 차원은 </a:t>
            </a:r>
            <a:r>
              <a:rPr lang="en-US" altLang="ko-KR" dirty="0" smtClean="0"/>
              <a:t>word2vec</a:t>
            </a:r>
            <a:r>
              <a:rPr lang="ko-KR" altLang="en-US" dirty="0" smtClean="0"/>
              <a:t>의 성능을 향상 시킨다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33254" y="3186260"/>
            <a:ext cx="10699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PMI(Point-wise Mutual Information) :</a:t>
            </a:r>
            <a:r>
              <a:rPr lang="ko-KR" altLang="en-US" dirty="0" smtClean="0"/>
              <a:t>특정한 값의 연관성을 표현하는 지표로 의미 극 성이 비슷한 단어들은 같은 문서 안에 나타날 확률이 높다고 할 때</a:t>
            </a:r>
            <a:r>
              <a:rPr lang="en-US" altLang="ko-KR" dirty="0" smtClean="0"/>
              <a:t>, PMI</a:t>
            </a:r>
            <a:r>
              <a:rPr lang="ko-KR" altLang="en-US" dirty="0" smtClean="0"/>
              <a:t>를 통해 두 단어 간의 연 관성을 찾을 수 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smtClean="0"/>
              <a:t>-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286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8730" y="443060"/>
            <a:ext cx="110859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Textrank</a:t>
            </a:r>
            <a:r>
              <a:rPr lang="en-US" altLang="ko-KR" dirty="0"/>
              <a:t> :Bringing Order into </a:t>
            </a:r>
            <a:r>
              <a:rPr lang="en-US" altLang="ko-KR" dirty="0" smtClean="0"/>
              <a:t>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본 논문에서는 키워드와 문장 추출의 혁신적인 방법을 제시한다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그래프 기반 알고리즘이 요약문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소셜네트워트</a:t>
            </a:r>
            <a:r>
              <a:rPr lang="en-US" altLang="ko-KR" dirty="0" smtClean="0"/>
              <a:t>, w3c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링크구조의</a:t>
            </a:r>
            <a:r>
              <a:rPr lang="ko-KR" altLang="en-US" dirty="0" smtClean="0"/>
              <a:t> 분석에 사용됨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이 알고리즘은 </a:t>
            </a:r>
            <a:r>
              <a:rPr lang="ko-KR" altLang="en-US" dirty="0" err="1" smtClean="0"/>
              <a:t>웹서치</a:t>
            </a:r>
            <a:r>
              <a:rPr lang="ko-KR" altLang="en-US" dirty="0" smtClean="0"/>
              <a:t> 기술에서 키가 될만한 요소를 선정하는데 큰 역할을 한다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전문에서 추출한 지식은 이런저런 선택 결정의 요소를 만드는데 사용된다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그래서 </a:t>
            </a:r>
            <a:r>
              <a:rPr lang="en-US" altLang="ko-KR" dirty="0" smtClean="0"/>
              <a:t>ranking </a:t>
            </a:r>
            <a:r>
              <a:rPr lang="ko-KR" altLang="en-US" dirty="0" smtClean="0"/>
              <a:t>알고리즘은 자동화된 키워드 추출과 문장 요약 추출 등에 사용된다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본 논문에서는 </a:t>
            </a:r>
            <a:r>
              <a:rPr lang="en-US" altLang="ko-KR" dirty="0" err="1" smtClean="0"/>
              <a:t>textrank</a:t>
            </a:r>
            <a:r>
              <a:rPr lang="en-US" altLang="ko-KR" dirty="0" smtClean="0"/>
              <a:t> graph </a:t>
            </a:r>
            <a:r>
              <a:rPr lang="ko-KR" altLang="en-US" dirty="0" smtClean="0"/>
              <a:t>기반에 랭킹 모델을 소개하고 우리는 학습되지 않은 키워드와 문장의 두개의 언어로 진행하는 연구를 할 것이다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Textrank</a:t>
            </a:r>
            <a:r>
              <a:rPr lang="ko-KR" altLang="en-US" dirty="0" smtClean="0"/>
              <a:t>로 진행한 것이 기존에 개발된 이 분야의 최신시스템에 비해 경쟁력이 있음을 보여준다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그래프 기반의 랭킹 모델의 기본적 아이디어는 투표와 추천이다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다른 정점으로 하나의 링크가 </a:t>
            </a:r>
            <a:r>
              <a:rPr lang="ko-KR" altLang="en-US" dirty="0" err="1" smtClean="0"/>
              <a:t>다다를때</a:t>
            </a:r>
            <a:r>
              <a:rPr lang="ko-KR" altLang="en-US" dirty="0" smtClean="0"/>
              <a:t> 기본적으로 투표한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그때 그 정점의 중요도가 더 높아지는 것이다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그래서 그 정점과 관련된 스코어가 투표와 관련된 기준이 된다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G=(V,E)</a:t>
            </a:r>
            <a:r>
              <a:rPr lang="ko-KR" altLang="en-US" dirty="0" smtClean="0"/>
              <a:t>는 정점이 </a:t>
            </a:r>
            <a:r>
              <a:rPr lang="en-US" altLang="ko-KR" dirty="0" smtClean="0"/>
              <a:t>V, </a:t>
            </a:r>
            <a:r>
              <a:rPr lang="ko-KR" altLang="en-US" dirty="0" err="1" smtClean="0"/>
              <a:t>엣지가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E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Vertex</a:t>
            </a:r>
            <a:r>
              <a:rPr lang="ko-KR" altLang="en-US" dirty="0" smtClean="0"/>
              <a:t>의 다음처럼 정의된다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76" y="4690377"/>
            <a:ext cx="37242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9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8730" y="443060"/>
            <a:ext cx="11085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Textrank</a:t>
            </a:r>
            <a:r>
              <a:rPr lang="en-US" altLang="ko-KR" dirty="0"/>
              <a:t> :Bringing Order into </a:t>
            </a:r>
            <a:r>
              <a:rPr lang="en-US" altLang="ko-KR" dirty="0" smtClean="0"/>
              <a:t>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Vertex</a:t>
            </a:r>
            <a:r>
              <a:rPr lang="ko-KR" altLang="en-US" dirty="0" smtClean="0"/>
              <a:t>는 다음처럼 정의된다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58" y="1164752"/>
            <a:ext cx="5526142" cy="1116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8730" y="2846070"/>
            <a:ext cx="107741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D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감쇠계수</a:t>
            </a:r>
            <a:r>
              <a:rPr lang="ko-KR" altLang="en-US" dirty="0" smtClean="0"/>
              <a:t> 이고</a:t>
            </a:r>
            <a:r>
              <a:rPr lang="en-US" altLang="ko-KR" dirty="0" smtClean="0"/>
              <a:t>, 0</a:t>
            </a:r>
            <a:r>
              <a:rPr lang="ko-KR" altLang="en-US" dirty="0" smtClean="0"/>
              <a:t>과</a:t>
            </a:r>
            <a:r>
              <a:rPr lang="en-US" altLang="ko-KR" dirty="0" smtClean="0"/>
              <a:t> 1</a:t>
            </a:r>
            <a:r>
              <a:rPr lang="ko-KR" altLang="en-US" dirty="0" smtClean="0"/>
              <a:t>사이에 세팅 될 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함수는 정해진 한 정점에서 임의의 다른 정점으로 이동할 확률을 모델화 한 것입니다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각각의 할당된 </a:t>
            </a:r>
            <a:r>
              <a:rPr lang="ko-KR" altLang="en-US" dirty="0" err="1" smtClean="0"/>
              <a:t>임의값부터</a:t>
            </a:r>
            <a:r>
              <a:rPr lang="ko-KR" altLang="en-US" dirty="0" smtClean="0"/>
              <a:t> 시작하여 노드에서 계산되어 그 값이 수렴 </a:t>
            </a:r>
            <a:r>
              <a:rPr lang="ko-KR" altLang="en-US" dirty="0" err="1" smtClean="0"/>
              <a:t>할때까지</a:t>
            </a:r>
            <a:r>
              <a:rPr lang="ko-KR" altLang="en-US" dirty="0" smtClean="0"/>
              <a:t> 반복한다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알고리즘의 실행에서 점수는 각 정점의 중요도를 나타내고 마지막 </a:t>
            </a:r>
            <a:r>
              <a:rPr lang="en-US" altLang="ko-KR" dirty="0" err="1" smtClean="0"/>
              <a:t>textrank</a:t>
            </a:r>
            <a:r>
              <a:rPr lang="ko-KR" altLang="en-US" dirty="0" smtClean="0"/>
              <a:t>는 초기값에 영향을 받지 않으며</a:t>
            </a:r>
            <a:r>
              <a:rPr lang="en-US" altLang="ko-KR" dirty="0" smtClean="0"/>
              <a:t>,</a:t>
            </a:r>
            <a:r>
              <a:rPr lang="ko-KR" altLang="en-US" dirty="0" smtClean="0"/>
              <a:t> 완료될때까지 얻은 수렴의 반복의 수에 따라서만 달라질지도 모른다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Undirected graph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전형적으로 </a:t>
            </a:r>
            <a:r>
              <a:rPr lang="en-US" altLang="ko-KR" dirty="0" smtClean="0"/>
              <a:t>directed graph</a:t>
            </a:r>
            <a:r>
              <a:rPr lang="ko-KR" altLang="en-US" dirty="0" smtClean="0"/>
              <a:t>에 적용되지만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순환적 그래프 기반의 랭킹알고리즘은 또한 </a:t>
            </a:r>
            <a:r>
              <a:rPr lang="en-US" altLang="ko-KR" dirty="0" smtClean="0"/>
              <a:t>undirected graph</a:t>
            </a:r>
            <a:r>
              <a:rPr lang="ko-KR" altLang="en-US" dirty="0" smtClean="0"/>
              <a:t>로도 적용될 수 있다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정점을 벗어난 경우에도 정점 안에 있는 경우와 같고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느슨하게 연결된 그래프에 경우 숫자가 정점들의 수에 </a:t>
            </a:r>
            <a:r>
              <a:rPr lang="ko-KR" altLang="en-US" dirty="0" err="1" smtClean="0"/>
              <a:t>엣지</a:t>
            </a:r>
            <a:r>
              <a:rPr lang="ko-KR" altLang="en-US" dirty="0" smtClean="0"/>
              <a:t> 들의 수를 가지며</a:t>
            </a:r>
            <a:r>
              <a:rPr lang="en-US" altLang="ko-KR" dirty="0" smtClean="0"/>
              <a:t>,undirected graph</a:t>
            </a:r>
            <a:r>
              <a:rPr lang="ko-KR" altLang="en-US" dirty="0" smtClean="0"/>
              <a:t>가 더 잘 수렴하는 경우가 있다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499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70" y="749617"/>
            <a:ext cx="4800600" cy="44672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46520" y="749617"/>
            <a:ext cx="52349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그림</a:t>
            </a:r>
            <a:r>
              <a:rPr lang="en-US" altLang="ko-KR" dirty="0" smtClean="0"/>
              <a:t>1</a:t>
            </a:r>
            <a:r>
              <a:rPr lang="ko-KR" altLang="en-US" dirty="0" smtClean="0"/>
              <a:t>에서 보면 </a:t>
            </a:r>
            <a:r>
              <a:rPr lang="en-US" altLang="ko-KR" dirty="0" smtClean="0"/>
              <a:t>250</a:t>
            </a:r>
            <a:r>
              <a:rPr lang="ko-KR" altLang="en-US" dirty="0" smtClean="0"/>
              <a:t>개의 정점과 </a:t>
            </a:r>
            <a:r>
              <a:rPr lang="ko-KR" altLang="en-US" dirty="0" err="1" smtClean="0"/>
              <a:t>엣지를</a:t>
            </a:r>
            <a:r>
              <a:rPr lang="ko-KR" altLang="en-US" dirty="0" smtClean="0"/>
              <a:t> 가지고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랜덤하게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제너레이트된</a:t>
            </a:r>
            <a:r>
              <a:rPr lang="ko-KR" altLang="en-US" dirty="0" smtClean="0"/>
              <a:t> 그래프에 </a:t>
            </a:r>
            <a:r>
              <a:rPr lang="ko-KR" altLang="en-US" dirty="0" err="1" smtClean="0"/>
              <a:t>수렴커브는</a:t>
            </a:r>
            <a:r>
              <a:rPr lang="ko-KR" altLang="en-US" dirty="0" smtClean="0"/>
              <a:t> 여러 번 반복하다 보면 </a:t>
            </a:r>
            <a:r>
              <a:rPr lang="en-US" altLang="ko-KR" dirty="0" smtClean="0"/>
              <a:t>direct</a:t>
            </a:r>
            <a:r>
              <a:rPr lang="ko-KR" altLang="en-US" dirty="0" smtClean="0"/>
              <a:t>나 </a:t>
            </a:r>
            <a:r>
              <a:rPr lang="en-US" altLang="ko-KR" dirty="0" err="1" smtClean="0"/>
              <a:t>undirect</a:t>
            </a:r>
            <a:r>
              <a:rPr lang="ko-KR" altLang="en-US" dirty="0" smtClean="0"/>
              <a:t>나 일치하게 된다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409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2680" y="612742"/>
            <a:ext cx="107559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Weighted graph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웹서핑에서</a:t>
            </a:r>
            <a:r>
              <a:rPr lang="ko-KR" altLang="en-US" dirty="0" smtClean="0"/>
              <a:t> 다양한 페이지로 또는 일부만의 링크들을 하나의 페이지가 포함하는 것은 일반적이지 않다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그래서 원래의 </a:t>
            </a:r>
            <a:r>
              <a:rPr lang="en-US" altLang="ko-KR" dirty="0" err="1" smtClean="0"/>
              <a:t>pagerank</a:t>
            </a:r>
            <a:r>
              <a:rPr lang="ko-KR" altLang="en-US" dirty="0"/>
              <a:t> </a:t>
            </a:r>
            <a:r>
              <a:rPr lang="ko-KR" altLang="en-US" dirty="0" smtClean="0"/>
              <a:t>알고리즘은 가중치가 없는 그래프를 가정한다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하지만 우리의 모델 그래프에서는 자연어 텍스트를 이용하고 다양한 부분적인 랭크들 또한 포함하여 진행할지 모른다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두 개의 정점 사이의 강한 연결을 가지고 더 유용하게 연구될 것이고 두 해당 정점과 관련된 </a:t>
            </a:r>
            <a:r>
              <a:rPr lang="ko-KR" altLang="en-US" dirty="0" err="1" smtClean="0"/>
              <a:t>앳지로</a:t>
            </a:r>
            <a:r>
              <a:rPr lang="ko-KR" altLang="en-US" dirty="0"/>
              <a:t> </a:t>
            </a:r>
            <a:r>
              <a:rPr lang="ko-KR" altLang="en-US" dirty="0" smtClean="0"/>
              <a:t>추가될 것이다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결과적으로 우리는 그래프 기반 랭킹의 </a:t>
            </a:r>
            <a:r>
              <a:rPr lang="ko-KR" altLang="en-US" dirty="0" err="1" smtClean="0"/>
              <a:t>엣지에</a:t>
            </a:r>
            <a:r>
              <a:rPr lang="ko-KR" altLang="en-US" dirty="0" smtClean="0"/>
              <a:t> 가중치를 준 새로운 함수를 소개할 것이다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정점에 기반 된 새로운 함수가 소개될 것이다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577" y="3745230"/>
            <a:ext cx="439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7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5810" y="674370"/>
            <a:ext cx="109270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Text as a Graph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자연어 문서로 그래프 기반의 랭킹 알고리즘을 적용해 보려고 하니 우리는 텍스트에 대표 그래프를 하나 구축해야 한다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의미있는</a:t>
            </a:r>
            <a:r>
              <a:rPr lang="ko-KR" altLang="en-US" dirty="0" smtClean="0"/>
              <a:t> 텍스트의 </a:t>
            </a:r>
            <a:r>
              <a:rPr lang="ko-KR" altLang="en-US" dirty="0" err="1" smtClean="0"/>
              <a:t>엔티티</a:t>
            </a:r>
            <a:r>
              <a:rPr lang="ko-KR" altLang="en-US" dirty="0" smtClean="0"/>
              <a:t> 또는 상호 </a:t>
            </a:r>
            <a:r>
              <a:rPr lang="ko-KR" altLang="en-US" dirty="0" err="1" smtClean="0"/>
              <a:t>의미있는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단어들간의</a:t>
            </a:r>
            <a:r>
              <a:rPr lang="ko-KR" altLang="en-US" dirty="0" smtClean="0"/>
              <a:t> 그래프를 구축해야 한다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메인 알고리즘은 아래와 같은 순서로 진행된다</a:t>
            </a:r>
            <a:r>
              <a:rPr lang="en-US" altLang="ko-KR" dirty="0" smtClean="0"/>
              <a:t>.</a:t>
            </a:r>
          </a:p>
          <a:p>
            <a:pPr marL="1257300" lvl="2" indent="-342900">
              <a:buAutoNum type="arabicPeriod"/>
            </a:pPr>
            <a:r>
              <a:rPr lang="en-US" altLang="ko-KR" dirty="0" smtClean="0"/>
              <a:t>Task</a:t>
            </a:r>
            <a:r>
              <a:rPr lang="ko-KR" altLang="en-US" dirty="0" smtClean="0"/>
              <a:t>에 가장 맞는 텍스트 </a:t>
            </a:r>
            <a:r>
              <a:rPr lang="en-US" altLang="ko-KR" dirty="0" smtClean="0"/>
              <a:t>unit</a:t>
            </a:r>
            <a:r>
              <a:rPr lang="ko-KR" altLang="en-US" dirty="0" smtClean="0"/>
              <a:t>을 선별하고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그래프에 정점을 추가한다</a:t>
            </a:r>
            <a:r>
              <a:rPr lang="en-US" altLang="ko-KR" dirty="0" smtClean="0"/>
              <a:t>.</a:t>
            </a:r>
          </a:p>
          <a:p>
            <a:pPr marL="1257300" lvl="2" indent="-342900">
              <a:buAutoNum type="arabicPeriod"/>
            </a:pPr>
            <a:r>
              <a:rPr lang="ko-KR" altLang="en-US" dirty="0" smtClean="0"/>
              <a:t>그러한 </a:t>
            </a:r>
            <a:r>
              <a:rPr lang="ko-KR" altLang="en-US" dirty="0" err="1" smtClean="0"/>
              <a:t>택스트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unit</a:t>
            </a:r>
            <a:r>
              <a:rPr lang="ko-KR" altLang="en-US" dirty="0" smtClean="0"/>
              <a:t>과 연결된 관계를 식별하고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그래프에 정점을 연결하는 </a:t>
            </a:r>
            <a:r>
              <a:rPr lang="ko-KR" altLang="en-US" dirty="0" err="1" smtClean="0"/>
              <a:t>엣지를</a:t>
            </a:r>
            <a:r>
              <a:rPr lang="ko-KR" altLang="en-US" dirty="0" smtClean="0"/>
              <a:t> 그려라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엣지들은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directed, undirected, weighted, unweighted</a:t>
            </a:r>
            <a:r>
              <a:rPr lang="ko-KR" altLang="en-US" dirty="0" smtClean="0"/>
              <a:t>가 될 수 있다</a:t>
            </a:r>
            <a:r>
              <a:rPr lang="en-US" altLang="ko-KR" dirty="0" smtClean="0"/>
              <a:t>.</a:t>
            </a:r>
          </a:p>
          <a:p>
            <a:pPr marL="1257300" lvl="2" indent="-342900">
              <a:buAutoNum type="arabicPeriod"/>
            </a:pPr>
            <a:r>
              <a:rPr lang="ko-KR" altLang="en-US" dirty="0" smtClean="0"/>
              <a:t>마지막 스코어를 기반으로 정점들을 나눠라</a:t>
            </a:r>
            <a:r>
              <a:rPr lang="en-US" altLang="ko-KR" dirty="0" smtClean="0"/>
              <a:t>. </a:t>
            </a:r>
            <a:r>
              <a:rPr lang="ko-KR" altLang="en-US" dirty="0" smtClean="0"/>
              <a:t>랭킹과 선택 결정하기 위해 각각의 정점에 값들을 사용하고 그 정점에 첨부해라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 smtClean="0"/>
              <a:t>다음으로 우리는 텍스트 </a:t>
            </a:r>
            <a:r>
              <a:rPr lang="en-US" altLang="ko-KR" dirty="0" smtClean="0"/>
              <a:t>units</a:t>
            </a:r>
            <a:r>
              <a:rPr lang="ko-KR" altLang="en-US" dirty="0" smtClean="0"/>
              <a:t>에 랭킹과 관련된 두가지 언어로 작업을 진행하여 텍스트랭크에 어플리케이션을 조사하고 평가하였다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	</a:t>
            </a:r>
            <a:r>
              <a:rPr lang="en-US" altLang="ko-KR" dirty="0" smtClean="0"/>
              <a:t>1. </a:t>
            </a:r>
            <a:r>
              <a:rPr lang="ko-KR" altLang="en-US" dirty="0" smtClean="0"/>
              <a:t>키워드 추출 작업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주어진 텍스트에 대한 대표 </a:t>
            </a:r>
            <a:r>
              <a:rPr lang="ko-KR" altLang="en-US" dirty="0" err="1" smtClean="0"/>
              <a:t>키프레이즈에</a:t>
            </a:r>
            <a:r>
              <a:rPr lang="ko-KR" altLang="en-US" dirty="0" smtClean="0"/>
              <a:t> 선택</a:t>
            </a:r>
            <a:endParaRPr lang="en-US" altLang="ko-KR" dirty="0"/>
          </a:p>
          <a:p>
            <a:pPr lvl="1"/>
            <a:r>
              <a:rPr lang="en-US" altLang="ko-KR" dirty="0" smtClean="0"/>
              <a:t>	2.</a:t>
            </a:r>
            <a:r>
              <a:rPr lang="ko-KR" altLang="en-US" dirty="0"/>
              <a:t> </a:t>
            </a:r>
            <a:r>
              <a:rPr lang="ko-KR" altLang="en-US" dirty="0" smtClean="0"/>
              <a:t>텍스트에서 가장 중요한 문장을 추출 요약하는데 사용할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2425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4644688"/>
            <a:ext cx="11144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Keyword extraction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이 작업은 자동으로 단어 셋을 추출하는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문서 수집을 위해 자동화된 </a:t>
            </a:r>
            <a:r>
              <a:rPr lang="ko-KR" altLang="en-US" dirty="0" err="1" smtClean="0"/>
              <a:t>인텍싱을</a:t>
            </a:r>
            <a:r>
              <a:rPr lang="ko-KR" altLang="en-US" dirty="0" smtClean="0"/>
              <a:t> 구축하고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주어진 문서에 대해 분류와 간략한 요약을 제공할 수 있다</a:t>
            </a:r>
            <a:r>
              <a:rPr lang="en-US" altLang="ko-KR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중요한 단어에 </a:t>
            </a:r>
            <a:r>
              <a:rPr lang="ko-KR" altLang="en-US" dirty="0" err="1" smtClean="0"/>
              <a:t>자동식별</a:t>
            </a:r>
            <a:r>
              <a:rPr lang="ko-KR" altLang="en-US" dirty="0" smtClean="0"/>
              <a:t> 시스템의 경우 용어 </a:t>
            </a:r>
            <a:r>
              <a:rPr lang="ko-KR" altLang="en-US" dirty="0" err="1" smtClean="0"/>
              <a:t>추출및</a:t>
            </a:r>
            <a:r>
              <a:rPr lang="ko-KR" altLang="en-US" dirty="0" smtClean="0"/>
              <a:t> 중요한 </a:t>
            </a:r>
            <a:r>
              <a:rPr lang="ko-KR" altLang="en-US" dirty="0" err="1" smtClean="0"/>
              <a:t>도메인별</a:t>
            </a:r>
            <a:r>
              <a:rPr lang="ko-KR" altLang="en-US" dirty="0" smtClean="0"/>
              <a:t> 사전을 구축한다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가장 단순한 방법은 키워드를 개수로 추출하는 법이나 취약한 결과를 가져왔다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분야의 최신 기술은 현재로는 </a:t>
            </a:r>
            <a:r>
              <a:rPr lang="en-US" altLang="ko-KR" dirty="0" smtClean="0"/>
              <a:t>supervised learning </a:t>
            </a:r>
            <a:r>
              <a:rPr lang="ko-KR" altLang="en-US" dirty="0" smtClean="0"/>
              <a:t>방법론이다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시스템은 텍스트에서 문법과 어휘를 기반으로 키워드로 인식하기 위해 단어들을 트레이닝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640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7260" y="365760"/>
            <a:ext cx="10847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파라미터라이즈된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휴리스틱</a:t>
            </a:r>
            <a:r>
              <a:rPr lang="ko-KR" altLang="en-US" dirty="0" smtClean="0"/>
              <a:t> 룰은 </a:t>
            </a:r>
            <a:r>
              <a:rPr lang="ko-KR" altLang="en-US" dirty="0" err="1" smtClean="0"/>
              <a:t>키프레이즈</a:t>
            </a:r>
            <a:r>
              <a:rPr lang="ko-KR" altLang="en-US" dirty="0" smtClean="0"/>
              <a:t> 추출을 위한 시스템으로 유전자 알고리즘과 결합됐다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문서의 자동적으로 키워드를 식별한다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나이브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베이즈는</a:t>
            </a:r>
            <a:r>
              <a:rPr lang="ko-KR" altLang="en-US" dirty="0" smtClean="0"/>
              <a:t> 문서의 분류에 사용된다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가장 최근에는 </a:t>
            </a:r>
            <a:r>
              <a:rPr lang="en-US" altLang="ko-KR" dirty="0" smtClean="0"/>
              <a:t>supervised learning system</a:t>
            </a:r>
            <a:r>
              <a:rPr lang="ko-KR" altLang="en-US" dirty="0" smtClean="0"/>
              <a:t>에 적용한다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그리고 최근엔 </a:t>
            </a:r>
            <a:r>
              <a:rPr lang="ko-KR" altLang="en-US" dirty="0" err="1" smtClean="0"/>
              <a:t>품사태깅으로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02255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684</Words>
  <Application>Microsoft Office PowerPoint</Application>
  <PresentationFormat>와이드스크린</PresentationFormat>
  <Paragraphs>49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94</cp:revision>
  <dcterms:created xsi:type="dcterms:W3CDTF">2018-06-16T01:38:56Z</dcterms:created>
  <dcterms:modified xsi:type="dcterms:W3CDTF">2018-06-30T04:20:36Z</dcterms:modified>
</cp:coreProperties>
</file>